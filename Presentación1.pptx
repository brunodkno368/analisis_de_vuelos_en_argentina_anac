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9B0CB-4EA7-4B09-BE7B-EB5EF65781E0}" type="datetimeFigureOut">
              <a:rPr lang="es-ES" smtClean="0"/>
              <a:t>28/10/2025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B534-E797-4C19-A03C-F2DACFEC0A10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9B0CB-4EA7-4B09-BE7B-EB5EF65781E0}" type="datetimeFigureOut">
              <a:rPr lang="es-ES" smtClean="0"/>
              <a:t>28/10/2025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B534-E797-4C19-A03C-F2DACFEC0A10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9B0CB-4EA7-4B09-BE7B-EB5EF65781E0}" type="datetimeFigureOut">
              <a:rPr lang="es-ES" smtClean="0"/>
              <a:t>28/10/2025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B534-E797-4C19-A03C-F2DACFEC0A10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9B0CB-4EA7-4B09-BE7B-EB5EF65781E0}" type="datetimeFigureOut">
              <a:rPr lang="es-ES" smtClean="0"/>
              <a:t>28/10/2025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B534-E797-4C19-A03C-F2DACFEC0A10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9B0CB-4EA7-4B09-BE7B-EB5EF65781E0}" type="datetimeFigureOut">
              <a:rPr lang="es-ES" smtClean="0"/>
              <a:t>28/10/2025</a:t>
            </a:fld>
            <a:endParaRPr lang="es-E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B534-E797-4C19-A03C-F2DACFEC0A10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9B0CB-4EA7-4B09-BE7B-EB5EF65781E0}" type="datetimeFigureOut">
              <a:rPr lang="es-ES" smtClean="0"/>
              <a:t>28/10/2025</a:t>
            </a:fld>
            <a:endParaRPr lang="es-ES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B534-E797-4C19-A03C-F2DACFEC0A10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9B0CB-4EA7-4B09-BE7B-EB5EF65781E0}" type="datetimeFigureOut">
              <a:rPr lang="es-ES" smtClean="0"/>
              <a:t>28/10/2025</a:t>
            </a:fld>
            <a:endParaRPr lang="es-E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B534-E797-4C19-A03C-F2DACFEC0A10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9B0CB-4EA7-4B09-BE7B-EB5EF65781E0}" type="datetimeFigureOut">
              <a:rPr lang="es-ES" smtClean="0"/>
              <a:t>28/10/2025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B534-E797-4C19-A03C-F2DACFEC0A10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9B0CB-4EA7-4B09-BE7B-EB5EF65781E0}" type="datetimeFigureOut">
              <a:rPr lang="es-ES" smtClean="0"/>
              <a:t>28/10/2025</a:t>
            </a:fld>
            <a:endParaRPr lang="es-E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B534-E797-4C19-A03C-F2DACFEC0A10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9B0CB-4EA7-4B09-BE7B-EB5EF65781E0}" type="datetimeFigureOut">
              <a:rPr lang="es-ES" smtClean="0"/>
              <a:t>28/10/2025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B534-E797-4C19-A03C-F2DACFEC0A10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39B0CB-4EA7-4B09-BE7B-EB5EF65781E0}" type="datetimeFigureOut">
              <a:rPr lang="es-ES" smtClean="0"/>
              <a:t>28/10/2025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BDB534-E797-4C19-A03C-F2DACFEC0A10}" type="slidenum">
              <a:rPr lang="es-ES" smtClean="0"/>
              <a:t>‹Nº›</a:t>
            </a:fld>
            <a:endParaRPr lang="es-E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39B0CB-4EA7-4B09-BE7B-EB5EF65781E0}" type="datetimeFigureOut">
              <a:rPr lang="es-ES" smtClean="0"/>
              <a:t>28/10/2025</a:t>
            </a:fld>
            <a:endParaRPr lang="es-E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BDB534-E797-4C19-A03C-F2DACFEC0A10}" type="slidenum">
              <a:rPr lang="es-ES" smtClean="0"/>
              <a:t>‹Nº›</a:t>
            </a:fld>
            <a:endParaRPr lang="es-E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0</Words>
  <Application>Microsoft Office PowerPoint</Application>
  <PresentationFormat>Presentación en pantalla (4:3)</PresentationFormat>
  <Paragraphs>0</Paragraphs>
  <Slides>1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2" baseType="lpstr">
      <vt:lpstr>Tema de Office</vt:lpstr>
      <vt:lpstr>Diapositiva 1</vt:lpstr>
    </vt:vector>
  </TitlesOfParts>
  <Company>RevolucionUnattended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Bruno</dc:creator>
  <cp:lastModifiedBy>Bruno</cp:lastModifiedBy>
  <cp:revision>1</cp:revision>
  <dcterms:created xsi:type="dcterms:W3CDTF">2025-10-28T11:03:59Z</dcterms:created>
  <dcterms:modified xsi:type="dcterms:W3CDTF">2025-10-28T11:06:43Z</dcterms:modified>
</cp:coreProperties>
</file>